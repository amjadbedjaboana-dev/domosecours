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Barlow" panose="020B0604020202020204" charset="0"/>
      <p:regular r:id="rId27"/>
      <p:bold r:id="rId28"/>
      <p:italic r:id="rId29"/>
      <p:boldItalic r:id="rId30"/>
    </p:embeddedFont>
    <p:embeddedFont>
      <p:font typeface="Barlow Light" panose="020B0604020202020204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Poppins" panose="020B0604020202020204" charset="0"/>
      <p:regular r:id="rId39"/>
      <p:bold r:id="rId40"/>
      <p:italic r:id="rId41"/>
      <p:boldItalic r:id="rId42"/>
    </p:embeddedFont>
    <p:embeddedFont>
      <p:font typeface="Poppins Black" panose="020B0604020202020204" charset="0"/>
      <p:bold r:id="rId43"/>
      <p:boldItalic r:id="rId44"/>
    </p:embeddedFont>
    <p:embeddedFont>
      <p:font typeface="Poppins ExtraBold" panose="020B0604020202020204" charset="0"/>
      <p:bold r:id="rId45"/>
      <p:boldItalic r:id="rId46"/>
    </p:embeddedFont>
    <p:embeddedFont>
      <p:font typeface="Raleway" panose="020B0604020202020204" charset="0"/>
      <p:regular r:id="rId47"/>
      <p:bold r:id="rId48"/>
      <p:italic r:id="rId49"/>
      <p:boldItalic r:id="rId50"/>
    </p:embeddedFont>
    <p:embeddedFont>
      <p:font typeface="Roboto Mono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24654B-B39E-484E-8EA5-78D07A84E1C1}">
  <a:tblStyle styleId="{2B24654B-B39E-484E-8EA5-78D07A84E1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248" y="-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font" Target="fonts/font2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font" Target="fonts/font2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54" Type="http://schemas.openxmlformats.org/officeDocument/2006/relationships/font" Target="fonts/font3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font" Target="fonts/font2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282c81ea2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282c81ea2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282c81ea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282c81ea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900e9587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2900e9587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2900e958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2900e958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282c81ea2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282c81ea2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2900e9587a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2900e9587a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3fb25b0cfc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3fb25b0cfc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3fb25b0cfc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3fb25b0cfc_3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3fb25b0cf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3fb25b0cf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442de987d7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442de987d7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442de987d7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442de987d7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442ea4660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442ea4660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3fb25b0c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33fb25b0c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442de987d7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3442de987d7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442ea4660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442ea4660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5" name="Google Shape;15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" name="Google Shape;27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4" name="Google Shape;34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7" name="Google Shape;37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2" name="Google Shape;42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3" name="Google Shape;43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5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6" name="Google Shape;46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" name="Google Shape;48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50" name="Google Shape;50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" name="Google Shape;51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55" name="Google Shape;55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8" name="Google Shape;58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" name="Google Shape;63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5" name="Google Shape;65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" name="Google Shape;66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" name="Google Shape;67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8" name="Google Shape;68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73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4" name="Google Shape;74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hlink"/>
                </a:solidFill>
              </a:defRPr>
            </a:lvl1pPr>
            <a:lvl2pPr lvl="1">
              <a:buNone/>
              <a:defRPr>
                <a:solidFill>
                  <a:schemeClr val="hlink"/>
                </a:solidFill>
              </a:defRPr>
            </a:lvl2pPr>
            <a:lvl3pPr lvl="2">
              <a:buNone/>
              <a:defRPr>
                <a:solidFill>
                  <a:schemeClr val="hlink"/>
                </a:solidFill>
              </a:defRPr>
            </a:lvl3pPr>
            <a:lvl4pPr lvl="3">
              <a:buNone/>
              <a:defRPr>
                <a:solidFill>
                  <a:schemeClr val="hlink"/>
                </a:solidFill>
              </a:defRPr>
            </a:lvl4pPr>
            <a:lvl5pPr lvl="4">
              <a:buNone/>
              <a:defRPr>
                <a:solidFill>
                  <a:schemeClr val="hlink"/>
                </a:solidFill>
              </a:defRPr>
            </a:lvl5pPr>
            <a:lvl6pPr lvl="5">
              <a:buNone/>
              <a:defRPr>
                <a:solidFill>
                  <a:schemeClr val="hlink"/>
                </a:solidFill>
              </a:defRPr>
            </a:lvl6pPr>
            <a:lvl7pPr lvl="6">
              <a:buNone/>
              <a:defRPr>
                <a:solidFill>
                  <a:schemeClr val="hlink"/>
                </a:solidFill>
              </a:defRPr>
            </a:lvl7pPr>
            <a:lvl8pPr lvl="7">
              <a:buNone/>
              <a:defRPr>
                <a:solidFill>
                  <a:schemeClr val="hlink"/>
                </a:solidFill>
              </a:defRPr>
            </a:lvl8pPr>
            <a:lvl9pPr lvl="8">
              <a:buNone/>
              <a:defRPr>
                <a:solidFill>
                  <a:schemeClr val="hlink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9" name="Google Shape;79;p5"/>
            <p:cNvSpPr/>
            <p:nvPr/>
          </p:nvSpPr>
          <p:spPr>
            <a:xfrm rot="10800000" flipH="1">
              <a:off x="-3" y="-1466368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-1093351" y="4567200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2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3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4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86" name="Google Shape;86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7" name="Google Shape;87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8" name="Google Shape;88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" name="Google Shape;89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91" name="Google Shape;91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" name="Google Shape;92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93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4" name="Google Shape;94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5" name="Google Shape;95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6" name="Google Shape;96;p5"/>
          <p:cNvSpPr/>
          <p:nvPr/>
        </p:nvSpPr>
        <p:spPr>
          <a:xfrm flipH="1">
            <a:off x="-831826" y="-3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 rot="10800000" flipH="1">
            <a:off x="7378450" y="-807272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 rot="10800000" flipH="1">
            <a:off x="-1358733" y="-903765"/>
            <a:ext cx="3520399" cy="184160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102" name="Google Shape;102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4" name="Google Shape;104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" name="Google Shape;105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7" name="Google Shape;107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9" name="Google Shape;109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" name="Google Shape;110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" name="Google Shape;111;p6"/>
          <p:cNvSpPr/>
          <p:nvPr/>
        </p:nvSpPr>
        <p:spPr>
          <a:xfrm rot="10800000">
            <a:off x="6000549" y="-1553122"/>
            <a:ext cx="3520399" cy="184160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13224" y="4972674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14" name="Google Shape;114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7"/>
          <p:cNvSpPr>
            <a:spLocks noGrp="1"/>
          </p:cNvSpPr>
          <p:nvPr>
            <p:ph type="pic" idx="2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7"/>
          <p:cNvSpPr/>
          <p:nvPr/>
        </p:nvSpPr>
        <p:spPr>
          <a:xfrm>
            <a:off x="-1098862" y="460401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 rot="10800000" flipH="1">
            <a:off x="-1594613" y="-603810"/>
            <a:ext cx="3247250" cy="169871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25" name="Google Shape;125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8" name="Google Shape;128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9" name="Google Shape;129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0" name="Google Shape;130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32" name="Google Shape;132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" name="Google Shape;133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" name="Google Shape;134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35" name="Google Shape;135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6" name="Google Shape;136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" name="Google Shape;137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8" name="Google Shape;138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" name="Google Shape;140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41" name="Google Shape;141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-1510039" y="4316600"/>
              <a:ext cx="3573015" cy="186912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46" name="Google Shape;146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50" name="Google Shape;150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51" name="Google Shape;151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54" name="Google Shape;154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" name="Google Shape;156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7" name="Google Shape;157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1" name="Google Shape;161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62" name="Google Shape;162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63" name="Google Shape;163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64" name="Google Shape;164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5" name="Google Shape;165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6" name="Google Shape;166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7" name="Google Shape;167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8" name="Google Shape;168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9" name="Google Shape;169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0" name="Google Shape;170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1" name="Google Shape;171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2" name="Google Shape;172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5" name="Google Shape;175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9" name="Google Shape;179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80" name="Google Shape;180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1" name="Google Shape;181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82" name="Google Shape;182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83" name="Google Shape;18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" name="Google Shape;18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5" name="Google Shape;185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86" name="Google Shape;186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7" name="Google Shape;187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8" name="Google Shape;188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9" name="Google Shape;189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90" name="Google Shape;190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91" name="Google Shape;191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2" name="Google Shape;192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93" name="Google Shape;193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94" name="Google Shape;194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195" name="Google Shape;19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8" name="Google Shape;198;p9"/>
            <p:cNvSpPr/>
            <p:nvPr/>
          </p:nvSpPr>
          <p:spPr>
            <a:xfrm>
              <a:off x="-10" y="4520307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" name="Google Shape;201;p9"/>
          <p:cNvSpPr txBox="1">
            <a:spLocks noGrp="1"/>
          </p:cNvSpPr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9"/>
          <p:cNvSpPr txBox="1">
            <a:spLocks noGrp="1"/>
          </p:cNvSpPr>
          <p:nvPr>
            <p:ph type="subTitle" idx="1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204" name="Google Shape;204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 rot="10800000" flipH="1">
              <a:off x="-427494" y="8097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9" name="Google Shape;209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10" name="Google Shape;210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2" name="Google Shape;212;p9"/>
            <p:cNvSpPr/>
            <p:nvPr/>
          </p:nvSpPr>
          <p:spPr>
            <a:xfrm rot="10800000" flipH="1">
              <a:off x="7861425" y="-9594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 rot="10800000" flipH="1">
              <a:off x="-591414" y="-217566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" name="Google Shape;214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15" name="Google Shape;215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7" name="Google Shape;217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21" name="Google Shape;221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1"/>
          <p:cNvGrpSpPr/>
          <p:nvPr/>
        </p:nvGrpSpPr>
        <p:grpSpPr>
          <a:xfrm rot="10800000" flipH="1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24" name="Google Shape;22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-1" y="379782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11"/>
          <p:cNvSpPr txBox="1">
            <a:spLocks noGrp="1"/>
          </p:cNvSpPr>
          <p:nvPr>
            <p:ph type="title" hasCustomPrompt="1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28" name="Google Shape;228;p11"/>
          <p:cNvSpPr txBox="1">
            <a:spLocks noGrp="1"/>
          </p:cNvSpPr>
          <p:nvPr>
            <p:ph type="subTitle" idx="1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29" name="Google Shape;22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30" name="Google Shape;23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6600181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" name="Google Shape;232;p11"/>
          <p:cNvGrpSpPr/>
          <p:nvPr/>
        </p:nvGrpSpPr>
        <p:grpSpPr>
          <a:xfrm rot="10800000" flipH="1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33" name="Google Shape;23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34" name="Google Shape;23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37" name="Google Shape;23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" name="Google Shape;23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" name="Google Shape;241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46" name="Google Shape;246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54" name="Google Shape;254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55" name="Google Shape;255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56" name="Google Shape;256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7" name="Google Shape;257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59" name="Google Shape;259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0" name="Google Shape;260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1" name="Google Shape;261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62" name="Google Shape;262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3" name="Google Shape;263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4" name="Google Shape;26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66" name="Google Shape;266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68" name="Google Shape;268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76" name="Google Shape;276;p14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" name="Google Shape;279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80" name="Google Shape;280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" name="Google Shape;282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83" name="Google Shape;283;p14"/>
            <p:cNvSpPr/>
            <p:nvPr/>
          </p:nvSpPr>
          <p:spPr>
            <a:xfrm>
              <a:off x="8526706" y="447742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-641180" y="452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" name="Google Shape;286;p14"/>
          <p:cNvSpPr txBox="1">
            <a:spLocks noGrp="1"/>
          </p:cNvSpPr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7" name="Google Shape;287;p14"/>
          <p:cNvSpPr txBox="1">
            <a:spLocks noGrp="1"/>
          </p:cNvSpPr>
          <p:nvPr>
            <p:ph type="subTitle" idx="1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88" name="Google Shape;288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89" name="Google Shape;289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-3" y="475350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6924913" y="46040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" name="Google Shape;29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>
            <a:spLocks noGrp="1"/>
          </p:cNvSpPr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subTitle" idx="1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5"/>
          <p:cNvSpPr>
            <a:spLocks noGrp="1"/>
          </p:cNvSpPr>
          <p:nvPr>
            <p:ph type="pic" idx="2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8" name="Google Shape;298;p15"/>
          <p:cNvGrpSpPr/>
          <p:nvPr/>
        </p:nvGrpSpPr>
        <p:grpSpPr>
          <a:xfrm rot="10800000" flipH="1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99" name="Google Shape;299;p15"/>
            <p:cNvSpPr/>
            <p:nvPr/>
          </p:nvSpPr>
          <p:spPr>
            <a:xfrm rot="10800000" flipH="1">
              <a:off x="-79353" y="-11944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-1589201" y="4818100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15"/>
          <p:cNvSpPr/>
          <p:nvPr/>
        </p:nvSpPr>
        <p:spPr>
          <a:xfrm rot="10800000" flipH="1">
            <a:off x="6778074" y="487648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7378450" y="4296905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" name="Google Shape;303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304" name="Google Shape;304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05" name="Google Shape;305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6" name="Google Shape;306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" name="Google Shape;307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08" name="Google Shape;308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9" name="Google Shape;309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" name="Google Shape;310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11" name="Google Shape;311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2" name="Google Shape;312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3" name="Google Shape;31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>
            <a:spLocks noGrp="1"/>
          </p:cNvSpPr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6"/>
          <p:cNvSpPr txBox="1">
            <a:spLocks noGrp="1"/>
          </p:cNvSpPr>
          <p:nvPr>
            <p:ph type="subTitle" idx="1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17" name="Google Shape;317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18" name="Google Shape;318;p16"/>
            <p:cNvSpPr/>
            <p:nvPr/>
          </p:nvSpPr>
          <p:spPr>
            <a:xfrm rot="10800000" flipH="1">
              <a:off x="7412165" y="-43596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21" name="Google Shape;321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2" name="Google Shape;322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3" name="Google Shape;323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25" name="Google Shape;325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26" name="Google Shape;326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7" name="Google Shape;327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28" name="Google Shape;328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9" name="Google Shape;329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31" name="Google Shape;331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2" name="Google Shape;332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3" name="Google Shape;333;p16"/>
          <p:cNvSpPr/>
          <p:nvPr/>
        </p:nvSpPr>
        <p:spPr>
          <a:xfrm rot="10800000">
            <a:off x="-284501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4" name="Google Shape;334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35" name="Google Shape;335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"/>
          <p:cNvSpPr/>
          <p:nvPr/>
        </p:nvSpPr>
        <p:spPr>
          <a:xfrm rot="10800000">
            <a:off x="666600" y="478394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7"/>
          <p:cNvSpPr/>
          <p:nvPr/>
        </p:nvSpPr>
        <p:spPr>
          <a:xfrm flipH="1">
            <a:off x="-1754525" y="4241295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-1259172" y="463498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2" name="Google Shape;342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43" name="Google Shape;343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44" name="Google Shape;344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5" name="Google Shape;345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" name="Google Shape;346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47" name="Google Shape;347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48" name="Google Shape;348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" name="Google Shape;349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1" name="Google Shape;351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" name="Google Shape;352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53" name="Google Shape;353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4" name="Google Shape;354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5" name="Google Shape;355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56" name="Google Shape;356;p17"/>
            <p:cNvSpPr/>
            <p:nvPr/>
          </p:nvSpPr>
          <p:spPr>
            <a:xfrm rot="10800000" flipH="1">
              <a:off x="-694176" y="-92023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8" name="Google Shape;358;p17"/>
          <p:cNvSpPr txBox="1">
            <a:spLocks noGrp="1"/>
          </p:cNvSpPr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7"/>
          <p:cNvSpPr txBox="1">
            <a:spLocks noGrp="1"/>
          </p:cNvSpPr>
          <p:nvPr>
            <p:ph type="subTitle" idx="1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63" name="Google Shape;363;p18"/>
            <p:cNvSpPr/>
            <p:nvPr/>
          </p:nvSpPr>
          <p:spPr>
            <a:xfrm rot="10800000" flipH="1">
              <a:off x="-305811" y="-464980"/>
              <a:ext cx="1920158" cy="1004478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-1289846" y="460400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8"/>
          <p:cNvSpPr txBox="1">
            <a:spLocks noGrp="1"/>
          </p:cNvSpPr>
          <p:nvPr>
            <p:ph type="subTitle" idx="1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18"/>
          <p:cNvSpPr/>
          <p:nvPr/>
        </p:nvSpPr>
        <p:spPr>
          <a:xfrm flipH="1">
            <a:off x="-871159" y="5394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8"/>
          <p:cNvSpPr/>
          <p:nvPr/>
        </p:nvSpPr>
        <p:spPr>
          <a:xfrm rot="10800000" flipH="1">
            <a:off x="-2006799" y="-1824231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9" name="Google Shape;369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70" name="Google Shape;370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71" name="Google Shape;371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2" name="Google Shape;372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5" name="Google Shape;375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6" name="Google Shape;376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77" name="Google Shape;377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8" name="Google Shape;378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80" name="Google Shape;380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1" name="Google Shape;381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2" name="Google Shape;38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_1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85" name="Google Shape;385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88" name="Google Shape;388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89" name="Google Shape;389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90" name="Google Shape;390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1" name="Google Shape;391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2" name="Google Shape;392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3" name="Google Shape;393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4" name="Google Shape;394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5" name="Google Shape;395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6" name="Google Shape;396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97" name="Google Shape;397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8" name="Google Shape;398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99" name="Google Shape;399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400" name="Google Shape;400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1" name="Google Shape;401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2" name="Google Shape;402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403" name="Google Shape;403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04" name="Google Shape;404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5" name="Google Shape;405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406" name="Google Shape;406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07" name="Google Shape;407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8" name="Google Shape;408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409" name="Google Shape;409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0" name="Google Shape;410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1" name="Google Shape;411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412" name="Google Shape;412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3" name="Google Shape;413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14" name="Google Shape;414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415" name="Google Shape;415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16" name="Google Shape;416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17" name="Google Shape;417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18" name="Google Shape;418;p19"/>
            <p:cNvSpPr/>
            <p:nvPr/>
          </p:nvSpPr>
          <p:spPr>
            <a:xfrm rot="10800000" flipH="1">
              <a:off x="7028137" y="-635197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9" name="Google Shape;419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20" name="Google Shape;420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2" name="Google Shape;422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23" name="Google Shape;423;p19"/>
            <p:cNvSpPr/>
            <p:nvPr/>
          </p:nvSpPr>
          <p:spPr>
            <a:xfrm>
              <a:off x="8698225" y="90219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6098975" y="-10703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-281888" y="4232899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" name="Google Shape;42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9"/>
          <p:cNvSpPr txBox="1">
            <a:spLocks noGrp="1"/>
          </p:cNvSpPr>
          <p:nvPr>
            <p:ph type="subTitle" idx="1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8" name="Google Shape;42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31" name="Google Shape;431;p20"/>
            <p:cNvSpPr/>
            <p:nvPr/>
          </p:nvSpPr>
          <p:spPr>
            <a:xfrm>
              <a:off x="-706235" y="46040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 rot="10800000" flipH="1">
              <a:off x="-201825" y="-1528931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20"/>
          <p:cNvSpPr/>
          <p:nvPr/>
        </p:nvSpPr>
        <p:spPr>
          <a:xfrm>
            <a:off x="-1021725" y="3983847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0"/>
          <p:cNvSpPr/>
          <p:nvPr/>
        </p:nvSpPr>
        <p:spPr>
          <a:xfrm flipH="1">
            <a:off x="-828950" y="4250853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36" name="Google Shape;436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37" name="Google Shape;437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8" name="Google Shape;438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40" name="Google Shape;440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1" name="Google Shape;441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2" name="Google Shape;442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43" name="Google Shape;443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4" name="Google Shape;444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5" name="Google Shape;445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46" name="Google Shape;446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7" name="Google Shape;447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8" name="Google Shape;4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0"/>
          <p:cNvSpPr txBox="1">
            <a:spLocks noGrp="1"/>
          </p:cNvSpPr>
          <p:nvPr>
            <p:ph type="subTitle" idx="1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20"/>
          <p:cNvSpPr txBox="1">
            <a:spLocks noGrp="1"/>
          </p:cNvSpPr>
          <p:nvPr>
            <p:ph type="subTitle" idx="2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0"/>
          <p:cNvSpPr txBox="1">
            <a:spLocks noGrp="1"/>
          </p:cNvSpPr>
          <p:nvPr>
            <p:ph type="subTitle" idx="3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52" name="Google Shape;452;p20"/>
          <p:cNvSpPr txBox="1">
            <a:spLocks noGrp="1"/>
          </p:cNvSpPr>
          <p:nvPr>
            <p:ph type="subTitle" idx="4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53" name="Google Shape;453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58" name="Google Shape;45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59" name="Google Shape;45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" name="Google Shape;46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63" name="Google Shape;46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67" name="Google Shape;46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68" name="Google Shape;46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9" name="Google Shape;46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0" name="Google Shape;47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1" name="Google Shape;47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2" name="Google Shape;47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" name="Google Shape;47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4" name="Google Shape;47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5" name="Google Shape;47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" name="Google Shape;47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77" name="Google Shape;47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8" name="Google Shape;47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9" name="Google Shape;47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82" name="Google Shape;482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2"/>
            <p:cNvSpPr/>
            <p:nvPr/>
          </p:nvSpPr>
          <p:spPr>
            <a:xfrm rot="10800000" flipH="1">
              <a:off x="-1123779" y="-1437185"/>
              <a:ext cx="3115510" cy="1837815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5" name="Google Shape;48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22"/>
          <p:cNvSpPr txBox="1">
            <a:spLocks noGrp="1"/>
          </p:cNvSpPr>
          <p:nvPr>
            <p:ph type="subTitle" idx="1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22"/>
          <p:cNvSpPr txBox="1">
            <a:spLocks noGrp="1"/>
          </p:cNvSpPr>
          <p:nvPr>
            <p:ph type="subTitle" idx="2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2"/>
          <p:cNvSpPr txBox="1">
            <a:spLocks noGrp="1"/>
          </p:cNvSpPr>
          <p:nvPr>
            <p:ph type="subTitle" idx="3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22"/>
          <p:cNvSpPr txBox="1">
            <a:spLocks noGrp="1"/>
          </p:cNvSpPr>
          <p:nvPr>
            <p:ph type="subTitle" idx="4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0" name="Google Shape;490;p22"/>
          <p:cNvSpPr txBox="1">
            <a:spLocks noGrp="1"/>
          </p:cNvSpPr>
          <p:nvPr>
            <p:ph type="subTitle" idx="5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91" name="Google Shape;491;p22"/>
          <p:cNvSpPr txBox="1">
            <a:spLocks noGrp="1"/>
          </p:cNvSpPr>
          <p:nvPr>
            <p:ph type="subTitle" idx="6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492" name="Google Shape;492;p22"/>
          <p:cNvGrpSpPr/>
          <p:nvPr/>
        </p:nvGrpSpPr>
        <p:grpSpPr>
          <a:xfrm rot="10800000" flipH="1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93" name="Google Shape;493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94" name="Google Shape;494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5" name="Google Shape;495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6" name="Google Shape;496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97" name="Google Shape;497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8" name="Google Shape;498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9" name="Google Shape;499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500" name="Google Shape;500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1" name="Google Shape;501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2" name="Google Shape;502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503" name="Google Shape;503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4" name="Google Shape;504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5" name="Google Shape;505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506" name="Google Shape;506;p22"/>
            <p:cNvSpPr/>
            <p:nvPr/>
          </p:nvSpPr>
          <p:spPr>
            <a:xfrm rot="10800000" flipH="1">
              <a:off x="-592558" y="-10342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2"/>
            <p:cNvSpPr/>
            <p:nvPr/>
          </p:nvSpPr>
          <p:spPr>
            <a:xfrm rot="10800000" flipH="1">
              <a:off x="5882231" y="4965151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22"/>
          <p:cNvSpPr/>
          <p:nvPr/>
        </p:nvSpPr>
        <p:spPr>
          <a:xfrm flipH="1">
            <a:off x="6761059" y="4250475"/>
            <a:ext cx="3573015" cy="1869125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23"/>
          <p:cNvSpPr txBox="1">
            <a:spLocks noGrp="1"/>
          </p:cNvSpPr>
          <p:nvPr>
            <p:ph type="subTitle" idx="1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23"/>
          <p:cNvSpPr txBox="1">
            <a:spLocks noGrp="1"/>
          </p:cNvSpPr>
          <p:nvPr>
            <p:ph type="subTitle" idx="2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3"/>
          <p:cNvSpPr txBox="1">
            <a:spLocks noGrp="1"/>
          </p:cNvSpPr>
          <p:nvPr>
            <p:ph type="subTitle" idx="3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23"/>
          <p:cNvSpPr txBox="1">
            <a:spLocks noGrp="1"/>
          </p:cNvSpPr>
          <p:nvPr>
            <p:ph type="subTitle" idx="4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23"/>
          <p:cNvSpPr txBox="1">
            <a:spLocks noGrp="1"/>
          </p:cNvSpPr>
          <p:nvPr>
            <p:ph type="subTitle" idx="5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17" name="Google Shape;517;p23"/>
          <p:cNvSpPr txBox="1">
            <a:spLocks noGrp="1"/>
          </p:cNvSpPr>
          <p:nvPr>
            <p:ph type="subTitle" idx="6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18" name="Google Shape;518;p23"/>
          <p:cNvSpPr txBox="1">
            <a:spLocks noGrp="1"/>
          </p:cNvSpPr>
          <p:nvPr>
            <p:ph type="subTitle" idx="7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19" name="Google Shape;519;p23"/>
          <p:cNvSpPr txBox="1">
            <a:spLocks noGrp="1"/>
          </p:cNvSpPr>
          <p:nvPr>
            <p:ph type="subTitle" idx="8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520" name="Google Shape;520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521" name="Google Shape;521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" name="Google Shape;523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24" name="Google Shape;524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25" name="Google Shape;525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26" name="Google Shape;526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7" name="Google Shape;527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28" name="Google Shape;528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9" name="Google Shape;529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0" name="Google Shape;530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31" name="Google Shape;531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" name="Google Shape;532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3" name="Google Shape;533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34" name="Google Shape;534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35" name="Google Shape;535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6" name="Google Shape;536;p23"/>
          <p:cNvSpPr/>
          <p:nvPr/>
        </p:nvSpPr>
        <p:spPr>
          <a:xfrm rot="10800000" flipH="1">
            <a:off x="7721650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7" name="Google Shape;537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38" name="Google Shape;538;p23"/>
            <p:cNvSpPr/>
            <p:nvPr/>
          </p:nvSpPr>
          <p:spPr>
            <a:xfrm rot="10800000" flipH="1">
              <a:off x="-2689610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7904425" y="424129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0" name="Google Shape;54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24"/>
          <p:cNvSpPr txBox="1">
            <a:spLocks noGrp="1"/>
          </p:cNvSpPr>
          <p:nvPr>
            <p:ph type="subTitle" idx="1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24"/>
          <p:cNvSpPr txBox="1">
            <a:spLocks noGrp="1"/>
          </p:cNvSpPr>
          <p:nvPr>
            <p:ph type="subTitle" idx="2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24"/>
          <p:cNvSpPr txBox="1">
            <a:spLocks noGrp="1"/>
          </p:cNvSpPr>
          <p:nvPr>
            <p:ph type="subTitle" idx="3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24"/>
          <p:cNvSpPr txBox="1">
            <a:spLocks noGrp="1"/>
          </p:cNvSpPr>
          <p:nvPr>
            <p:ph type="subTitle" idx="4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24"/>
          <p:cNvSpPr txBox="1">
            <a:spLocks noGrp="1"/>
          </p:cNvSpPr>
          <p:nvPr>
            <p:ph type="subTitle" idx="5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24"/>
          <p:cNvSpPr txBox="1">
            <a:spLocks noGrp="1"/>
          </p:cNvSpPr>
          <p:nvPr>
            <p:ph type="subTitle" idx="6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24"/>
          <p:cNvSpPr txBox="1">
            <a:spLocks noGrp="1"/>
          </p:cNvSpPr>
          <p:nvPr>
            <p:ph type="subTitle" idx="7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50" name="Google Shape;550;p24"/>
          <p:cNvSpPr txBox="1">
            <a:spLocks noGrp="1"/>
          </p:cNvSpPr>
          <p:nvPr>
            <p:ph type="subTitle" idx="8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51" name="Google Shape;551;p24"/>
          <p:cNvSpPr txBox="1">
            <a:spLocks noGrp="1"/>
          </p:cNvSpPr>
          <p:nvPr>
            <p:ph type="subTitle" idx="9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52" name="Google Shape;552;p24"/>
          <p:cNvSpPr txBox="1">
            <a:spLocks noGrp="1"/>
          </p:cNvSpPr>
          <p:nvPr>
            <p:ph type="subTitle" idx="13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53" name="Google Shape;553;p24"/>
          <p:cNvSpPr txBox="1">
            <a:spLocks noGrp="1"/>
          </p:cNvSpPr>
          <p:nvPr>
            <p:ph type="subTitle" idx="14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54" name="Google Shape;554;p24"/>
          <p:cNvSpPr txBox="1">
            <a:spLocks noGrp="1"/>
          </p:cNvSpPr>
          <p:nvPr>
            <p:ph type="subTitle" idx="15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555" name="Google Shape;555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56" name="Google Shape;556;p24"/>
            <p:cNvSpPr/>
            <p:nvPr/>
          </p:nvSpPr>
          <p:spPr>
            <a:xfrm rot="10800000" flipH="1">
              <a:off x="-1764035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-213475" y="4974994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8" name="Google Shape;558;p24"/>
          <p:cNvGrpSpPr/>
          <p:nvPr/>
        </p:nvGrpSpPr>
        <p:grpSpPr>
          <a:xfrm rot="10800000" flipH="1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59" name="Google Shape;559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60" name="Google Shape;560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1" name="Google Shape;561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2" name="Google Shape;562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63" name="Google Shape;563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4" name="Google Shape;564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" name="Google Shape;565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66" name="Google Shape;566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7" name="Google Shape;567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8" name="Google Shape;568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69" name="Google Shape;569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70" name="Google Shape;570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1" name="Google Shape;571;p24"/>
          <p:cNvSpPr/>
          <p:nvPr/>
        </p:nvSpPr>
        <p:spPr>
          <a:xfrm rot="10800000">
            <a:off x="-876276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73" name="Google Shape;573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7395375" y="4720782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5" name="Google Shape;575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78" name="Google Shape;578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-810334" y="4506921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82" name="Google Shape;582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490516" y="4911500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5" name="Google Shape;585;p25"/>
          <p:cNvSpPr/>
          <p:nvPr/>
        </p:nvSpPr>
        <p:spPr>
          <a:xfrm>
            <a:off x="7423987" y="-8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5"/>
          <p:cNvSpPr txBox="1">
            <a:spLocks noGrp="1"/>
          </p:cNvSpPr>
          <p:nvPr>
            <p:ph type="title" hasCustomPrompt="1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87" name="Google Shape;587;p25"/>
          <p:cNvSpPr txBox="1">
            <a:spLocks noGrp="1"/>
          </p:cNvSpPr>
          <p:nvPr>
            <p:ph type="subTitle" idx="1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8" name="Google Shape;588;p25"/>
          <p:cNvSpPr txBox="1">
            <a:spLocks noGrp="1"/>
          </p:cNvSpPr>
          <p:nvPr>
            <p:ph type="title" idx="2" hasCustomPrompt="1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89" name="Google Shape;589;p25"/>
          <p:cNvSpPr txBox="1">
            <a:spLocks noGrp="1"/>
          </p:cNvSpPr>
          <p:nvPr>
            <p:ph type="subTitle" idx="3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0" name="Google Shape;590;p25"/>
          <p:cNvSpPr txBox="1">
            <a:spLocks noGrp="1"/>
          </p:cNvSpPr>
          <p:nvPr>
            <p:ph type="title" idx="4" hasCustomPrompt="1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91" name="Google Shape;591;p25"/>
          <p:cNvSpPr txBox="1">
            <a:spLocks noGrp="1"/>
          </p:cNvSpPr>
          <p:nvPr>
            <p:ph type="subTitle" idx="5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92" name="Google Shape;592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93" name="Google Shape;593;p25"/>
            <p:cNvSpPr/>
            <p:nvPr/>
          </p:nvSpPr>
          <p:spPr>
            <a:xfrm rot="10800000" flipH="1">
              <a:off x="-955172" y="-1359417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5"/>
            <p:cNvSpPr/>
            <p:nvPr/>
          </p:nvSpPr>
          <p:spPr>
            <a:xfrm rot="10800000" flipH="1">
              <a:off x="7251492" y="-83652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98" name="Google Shape;598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99" name="Google Shape;599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600" name="Google Shape;600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01" name="Google Shape;601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2" name="Google Shape;602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603" name="Google Shape;603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04" name="Google Shape;604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5" name="Google Shape;605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606" name="Google Shape;606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07" name="Google Shape;607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8" name="Google Shape;608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609" name="Google Shape;609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10" name="Google Shape;610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11" name="Google Shape;611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612" name="Google Shape;612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613" name="Google Shape;613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4" name="Google Shape;614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5" name="Google Shape;615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616" name="Google Shape;616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17" name="Google Shape;617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8" name="Google Shape;618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619" name="Google Shape;619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20" name="Google Shape;620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1" name="Google Shape;621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622" name="Google Shape;622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23" name="Google Shape;623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24" name="Google Shape;624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6" name="Google Shape;626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27" name="Google Shape;627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8" name="Google Shape;628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29" name="Google Shape;629;p26"/>
          <p:cNvSpPr/>
          <p:nvPr/>
        </p:nvSpPr>
        <p:spPr>
          <a:xfrm rot="10800000">
            <a:off x="-308364" y="4876491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30" name="Google Shape;630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31" name="Google Shape;631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2" name="Google Shape;632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33" name="Google Shape;633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34" name="Google Shape;634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6" name="Google Shape;636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7" name="Google Shape;637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9" name="Google Shape;639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0" name="Google Shape;640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41" name="Google Shape;641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42" name="Google Shape;642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44" name="Google Shape;644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5" name="Google Shape;645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46" name="Google Shape;646;p26"/>
          <p:cNvSpPr txBox="1">
            <a:spLocks noGrp="1"/>
          </p:cNvSpPr>
          <p:nvPr>
            <p:ph type="title" hasCustomPrompt="1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47" name="Google Shape;647;p26"/>
          <p:cNvSpPr txBox="1">
            <a:spLocks noGrp="1"/>
          </p:cNvSpPr>
          <p:nvPr>
            <p:ph type="subTitle" idx="1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8" name="Google Shape;648;p26"/>
          <p:cNvSpPr txBox="1">
            <a:spLocks noGrp="1"/>
          </p:cNvSpPr>
          <p:nvPr>
            <p:ph type="subTitle" idx="2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49" name="Google Shape;649;p26"/>
          <p:cNvSpPr txBox="1">
            <a:spLocks noGrp="1"/>
          </p:cNvSpPr>
          <p:nvPr>
            <p:ph type="title" idx="3" hasCustomPrompt="1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50" name="Google Shape;650;p26"/>
          <p:cNvSpPr txBox="1">
            <a:spLocks noGrp="1"/>
          </p:cNvSpPr>
          <p:nvPr>
            <p:ph type="subTitle" idx="4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1" name="Google Shape;651;p26"/>
          <p:cNvSpPr txBox="1">
            <a:spLocks noGrp="1"/>
          </p:cNvSpPr>
          <p:nvPr>
            <p:ph type="subTitle" idx="5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52" name="Google Shape;652;p26"/>
          <p:cNvSpPr txBox="1">
            <a:spLocks noGrp="1"/>
          </p:cNvSpPr>
          <p:nvPr>
            <p:ph type="title" idx="6" hasCustomPrompt="1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53" name="Google Shape;653;p26"/>
          <p:cNvSpPr txBox="1">
            <a:spLocks noGrp="1"/>
          </p:cNvSpPr>
          <p:nvPr>
            <p:ph type="subTitle" idx="7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4" name="Google Shape;654;p26"/>
          <p:cNvSpPr txBox="1">
            <a:spLocks noGrp="1"/>
          </p:cNvSpPr>
          <p:nvPr>
            <p:ph type="subTitle" idx="8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55" name="Google Shape;655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59" name="Google Shape;659;p27"/>
          <p:cNvGrpSpPr/>
          <p:nvPr/>
        </p:nvGrpSpPr>
        <p:grpSpPr>
          <a:xfrm rot="10800000" flipH="1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60" name="Google Shape;660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61" name="Google Shape;661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2" name="Google Shape;662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3" name="Google Shape;663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64" name="Google Shape;664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65" name="Google Shape;665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6" name="Google Shape;666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67" name="Google Shape;667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8" name="Google Shape;668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9" name="Google Shape;669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70" name="Google Shape;670;p27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7"/>
            <p:cNvSpPr/>
            <p:nvPr/>
          </p:nvSpPr>
          <p:spPr>
            <a:xfrm rot="10800000" flipH="1">
              <a:off x="-163643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7"/>
          <p:cNvSpPr/>
          <p:nvPr/>
        </p:nvSpPr>
        <p:spPr>
          <a:xfrm rot="10800000" flipH="1">
            <a:off x="8818850" y="4058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7"/>
          <p:cNvSpPr/>
          <p:nvPr/>
        </p:nvSpPr>
        <p:spPr>
          <a:xfrm>
            <a:off x="7371025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oogle Shape;676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77" name="Google Shape;677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78" name="Google Shape;678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avLst/>
                <a:gdLst/>
                <a:ahLst/>
                <a:cxnLst/>
                <a:rect l="l" t="t" r="r" b="b"/>
                <a:pathLst>
                  <a:path w="64958" h="33981" extrusionOk="0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8"/>
              <p:cNvSpPr/>
              <p:nvPr/>
            </p:nvSpPr>
            <p:spPr>
              <a:xfrm rot="10800000" flipH="1">
                <a:off x="-955172" y="-1359417"/>
                <a:ext cx="2979895" cy="1757817"/>
              </a:xfrm>
              <a:custGeom>
                <a:avLst/>
                <a:gdLst/>
                <a:ahLst/>
                <a:cxnLst/>
                <a:rect l="l" t="t" r="r" b="b"/>
                <a:pathLst>
                  <a:path w="111617" h="65842" extrusionOk="0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0" name="Google Shape;680;p28"/>
            <p:cNvSpPr/>
            <p:nvPr/>
          </p:nvSpPr>
          <p:spPr>
            <a:xfrm>
              <a:off x="-1199871" y="466865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" name="Google Shape;681;p28"/>
          <p:cNvSpPr/>
          <p:nvPr/>
        </p:nvSpPr>
        <p:spPr>
          <a:xfrm flipH="1">
            <a:off x="8647766" y="4521501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2" name="Google Shape;682;p28"/>
          <p:cNvGrpSpPr/>
          <p:nvPr/>
        </p:nvGrpSpPr>
        <p:grpSpPr>
          <a:xfrm rot="10800000" flipH="1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83" name="Google Shape;683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85" name="Google Shape;685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6" name="Google Shape;686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87" name="Google Shape;687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88" name="Google Shape;688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9" name="Google Shape;689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90" name="Google Shape;690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91" name="Google Shape;691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2" name="Google Shape;692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93" name="Google Shape;693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94" name="Google Shape;694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95" name="Google Shape;695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6" name="Google Shape;696;p28"/>
          <p:cNvSpPr/>
          <p:nvPr/>
        </p:nvSpPr>
        <p:spPr>
          <a:xfrm flipH="1">
            <a:off x="5718529" y="4734383"/>
            <a:ext cx="3520400" cy="2076657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29"/>
          <p:cNvSpPr/>
          <p:nvPr/>
        </p:nvSpPr>
        <p:spPr>
          <a:xfrm>
            <a:off x="6422716" y="-11537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9"/>
          <p:cNvSpPr/>
          <p:nvPr/>
        </p:nvSpPr>
        <p:spPr>
          <a:xfrm rot="10800000">
            <a:off x="6549401" y="-1824231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2" name="Google Shape;702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703" name="Google Shape;703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04" name="Google Shape;704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05" name="Google Shape;705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" name="Google Shape;706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07" name="Google Shape;707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08" name="Google Shape;708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9" name="Google Shape;709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10" name="Google Shape;710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1" name="Google Shape;711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2" name="Google Shape;712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13" name="Google Shape;713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5" name="Google Shape;715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716" name="Google Shape;716;p29"/>
            <p:cNvSpPr/>
            <p:nvPr/>
          </p:nvSpPr>
          <p:spPr>
            <a:xfrm>
              <a:off x="-176746" y="468825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 rot="10800000" flipH="1">
              <a:off x="-2028096" y="-66522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721" name="Google Shape;721;p30"/>
            <p:cNvSpPr/>
            <p:nvPr/>
          </p:nvSpPr>
          <p:spPr>
            <a:xfrm rot="10800000" flipH="1">
              <a:off x="-1206796" y="-728442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-150967" y="475350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" name="Google Shape;724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725" name="Google Shape;725;p30"/>
            <p:cNvSpPr/>
            <p:nvPr/>
          </p:nvSpPr>
          <p:spPr>
            <a:xfrm>
              <a:off x="6712387" y="5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6" name="Google Shape;726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727" name="Google Shape;727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8" name="Google Shape;728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29" name="Google Shape;729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5" h="4203" extrusionOk="0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5" h="4203" extrusionOk="0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731" name="Google Shape;731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32" name="Google Shape;732;p30"/>
            <p:cNvSpPr/>
            <p:nvPr/>
          </p:nvSpPr>
          <p:spPr>
            <a:xfrm rot="10800000" flipH="1">
              <a:off x="-563672" y="-1311142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 rot="10800000" flipH="1">
              <a:off x="6338717" y="-9979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6" name="Google Shape;736;p30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30"/>
          <p:cNvSpPr txBox="1">
            <a:spLocks noGrp="1"/>
          </p:cNvSpPr>
          <p:nvPr>
            <p:ph type="subTitle" idx="1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0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39" name="Google Shape;739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1" name="Google Shape;74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42" name="Google Shape;74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43" name="Google Shape;74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4" name="Google Shape;74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5" name="Google Shape;74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46" name="Google Shape;74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" name="Google Shape;74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8" name="Google Shape;74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49" name="Google Shape;74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50" name="Google Shape;75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1" name="Google Shape;75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52" name="Google Shape;75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" name="Google Shape;758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59" name="Google Shape;759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" name="Google Shape;761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62" name="Google Shape;762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63" name="Google Shape;763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4" name="Google Shape;764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5" name="Google Shape;765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66" name="Google Shape;766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7" name="Google Shape;767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8" name="Google Shape;768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69" name="Google Shape;769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0" name="Google Shape;770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1" name="Google Shape;771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72" name="Google Shape;772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3" name="Google Shape;773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75" name="Google Shape;775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adress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3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Amjad, Mathis and Rayan</a:t>
            </a:r>
            <a:endParaRPr/>
          </a:p>
        </p:txBody>
      </p:sp>
      <p:sp>
        <p:nvSpPr>
          <p:cNvPr id="785" name="Google Shape;785;p33"/>
          <p:cNvSpPr txBox="1">
            <a:spLocks noGrp="1"/>
          </p:cNvSpPr>
          <p:nvPr>
            <p:ph type="ctrTitle"/>
          </p:nvPr>
        </p:nvSpPr>
        <p:spPr>
          <a:xfrm>
            <a:off x="1394250" y="1148675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Domo-Secours</a:t>
            </a:r>
            <a:endParaRPr/>
          </a:p>
        </p:txBody>
      </p:sp>
      <p:grpSp>
        <p:nvGrpSpPr>
          <p:cNvPr id="786" name="Google Shape;786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87" name="Google Shape;787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88" name="Google Shape;788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89" name="Google Shape;789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91" name="Google Shape;791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2" name="Google Shape;792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" name="Google Shape;793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94" name="Google Shape;794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95" name="Google Shape;795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6" name="Google Shape;796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97" name="Google Shape;797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8" name="Google Shape;798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9" name="Google Shape;799;p33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800" name="Google Shape;800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01" name="Google Shape;801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02" name="Google Shape;802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3" name="Google Shape;803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04" name="Google Shape;804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05" name="Google Shape;805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6" name="Google Shape;806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07" name="Google Shape;807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08" name="Google Shape;808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9" name="Google Shape;809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10" name="Google Shape;810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1" name="Google Shape;811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2" name="Google Shape;812;p33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813" name="Google Shape;813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4" name="Google Shape;814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" name="Google Shape;815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816" name="Google Shape;816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17" name="Google Shape;817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18" name="Google Shape;818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4"/>
          <p:cNvSpPr txBox="1">
            <a:spLocks noGrp="1"/>
          </p:cNvSpPr>
          <p:nvPr>
            <p:ph type="title"/>
          </p:nvPr>
        </p:nvSpPr>
        <p:spPr>
          <a:xfrm>
            <a:off x="720025" y="166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824" name="Google Shape;824;p34"/>
          <p:cNvSpPr txBox="1">
            <a:spLocks noGrp="1"/>
          </p:cNvSpPr>
          <p:nvPr>
            <p:ph type="subTitle" idx="4"/>
          </p:nvPr>
        </p:nvSpPr>
        <p:spPr>
          <a:xfrm>
            <a:off x="779800" y="1728850"/>
            <a:ext cx="27954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Contexte</a:t>
            </a:r>
            <a:endParaRPr sz="1500"/>
          </a:p>
        </p:txBody>
      </p:sp>
      <p:sp>
        <p:nvSpPr>
          <p:cNvPr id="825" name="Google Shape;825;p34"/>
          <p:cNvSpPr txBox="1">
            <a:spLocks noGrp="1"/>
          </p:cNvSpPr>
          <p:nvPr>
            <p:ph type="subTitle" idx="5"/>
          </p:nvPr>
        </p:nvSpPr>
        <p:spPr>
          <a:xfrm>
            <a:off x="3350975" y="1728850"/>
            <a:ext cx="244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Cahier des charges</a:t>
            </a:r>
            <a:endParaRPr sz="1500"/>
          </a:p>
        </p:txBody>
      </p:sp>
      <p:sp>
        <p:nvSpPr>
          <p:cNvPr id="826" name="Google Shape;826;p34"/>
          <p:cNvSpPr txBox="1">
            <a:spLocks noGrp="1"/>
          </p:cNvSpPr>
          <p:nvPr>
            <p:ph type="subTitle" idx="1"/>
          </p:nvPr>
        </p:nvSpPr>
        <p:spPr>
          <a:xfrm>
            <a:off x="1024775" y="292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Scénario/Synoptique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827" name="Google Shape;827;p34"/>
          <p:cNvSpPr txBox="1">
            <a:spLocks noGrp="1"/>
          </p:cNvSpPr>
          <p:nvPr>
            <p:ph type="subTitle" idx="2"/>
          </p:nvPr>
        </p:nvSpPr>
        <p:spPr>
          <a:xfrm>
            <a:off x="3419249" y="28696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Répartition des tâches</a:t>
            </a:r>
            <a:endParaRPr sz="1500"/>
          </a:p>
        </p:txBody>
      </p:sp>
      <p:sp>
        <p:nvSpPr>
          <p:cNvPr id="828" name="Google Shape;828;p34"/>
          <p:cNvSpPr txBox="1">
            <a:spLocks noGrp="1"/>
          </p:cNvSpPr>
          <p:nvPr>
            <p:ph type="subTitle" idx="3"/>
          </p:nvPr>
        </p:nvSpPr>
        <p:spPr>
          <a:xfrm>
            <a:off x="5813724" y="26954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Solution/Matériel</a:t>
            </a:r>
            <a:endParaRPr sz="1500"/>
          </a:p>
        </p:txBody>
      </p:sp>
      <p:sp>
        <p:nvSpPr>
          <p:cNvPr id="829" name="Google Shape;829;p34"/>
          <p:cNvSpPr txBox="1">
            <a:spLocks noGrp="1"/>
          </p:cNvSpPr>
          <p:nvPr>
            <p:ph type="subTitle" idx="6"/>
          </p:nvPr>
        </p:nvSpPr>
        <p:spPr>
          <a:xfrm>
            <a:off x="5813725" y="1887325"/>
            <a:ext cx="244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Bête à cornes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Organigramme</a:t>
            </a:r>
            <a:endParaRPr sz="1500"/>
          </a:p>
        </p:txBody>
      </p:sp>
      <p:sp>
        <p:nvSpPr>
          <p:cNvPr id="830" name="Google Shape;830;p34"/>
          <p:cNvSpPr txBox="1">
            <a:spLocks noGrp="1"/>
          </p:cNvSpPr>
          <p:nvPr>
            <p:ph type="title" idx="8"/>
          </p:nvPr>
        </p:nvSpPr>
        <p:spPr>
          <a:xfrm>
            <a:off x="1894075" y="2351075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31" name="Google Shape;831;p34"/>
          <p:cNvSpPr txBox="1">
            <a:spLocks noGrp="1"/>
          </p:cNvSpPr>
          <p:nvPr>
            <p:ph type="title" idx="9"/>
          </p:nvPr>
        </p:nvSpPr>
        <p:spPr>
          <a:xfrm>
            <a:off x="4288475" y="1350551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32" name="Google Shape;832;p34"/>
          <p:cNvSpPr txBox="1">
            <a:spLocks noGrp="1"/>
          </p:cNvSpPr>
          <p:nvPr>
            <p:ph type="title" idx="13"/>
          </p:nvPr>
        </p:nvSpPr>
        <p:spPr>
          <a:xfrm>
            <a:off x="4288450" y="2351074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33" name="Google Shape;833;p34"/>
          <p:cNvSpPr txBox="1">
            <a:spLocks noGrp="1"/>
          </p:cNvSpPr>
          <p:nvPr>
            <p:ph type="title" idx="14"/>
          </p:nvPr>
        </p:nvSpPr>
        <p:spPr>
          <a:xfrm>
            <a:off x="6682950" y="1347702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34" name="Google Shape;834;p34"/>
          <p:cNvSpPr txBox="1">
            <a:spLocks noGrp="1"/>
          </p:cNvSpPr>
          <p:nvPr>
            <p:ph type="title" idx="7"/>
          </p:nvPr>
        </p:nvSpPr>
        <p:spPr>
          <a:xfrm>
            <a:off x="1894000" y="135055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35" name="Google Shape;835;p34"/>
          <p:cNvSpPr txBox="1">
            <a:spLocks noGrp="1"/>
          </p:cNvSpPr>
          <p:nvPr>
            <p:ph type="title" idx="15"/>
          </p:nvPr>
        </p:nvSpPr>
        <p:spPr>
          <a:xfrm>
            <a:off x="6682925" y="2351078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36" name="Google Shape;836;p34"/>
          <p:cNvSpPr txBox="1">
            <a:spLocks noGrp="1"/>
          </p:cNvSpPr>
          <p:nvPr>
            <p:ph type="subTitle" idx="3"/>
          </p:nvPr>
        </p:nvSpPr>
        <p:spPr>
          <a:xfrm>
            <a:off x="6016924" y="36803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 partie</a:t>
            </a:r>
            <a:endParaRPr sz="1500"/>
          </a:p>
        </p:txBody>
      </p:sp>
      <p:sp>
        <p:nvSpPr>
          <p:cNvPr id="837" name="Google Shape;837;p34"/>
          <p:cNvSpPr txBox="1">
            <a:spLocks noGrp="1"/>
          </p:cNvSpPr>
          <p:nvPr>
            <p:ph type="title" idx="15"/>
          </p:nvPr>
        </p:nvSpPr>
        <p:spPr>
          <a:xfrm>
            <a:off x="6886175" y="3354453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838" name="Google Shape;838;p34"/>
          <p:cNvSpPr txBox="1">
            <a:spLocks noGrp="1"/>
          </p:cNvSpPr>
          <p:nvPr>
            <p:ph type="subTitle" idx="3"/>
          </p:nvPr>
        </p:nvSpPr>
        <p:spPr>
          <a:xfrm>
            <a:off x="3419274" y="36804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Diagramme de Gantt</a:t>
            </a:r>
            <a:endParaRPr sz="1500"/>
          </a:p>
        </p:txBody>
      </p:sp>
      <p:sp>
        <p:nvSpPr>
          <p:cNvPr id="839" name="Google Shape;839;p34"/>
          <p:cNvSpPr txBox="1">
            <a:spLocks noGrp="1"/>
          </p:cNvSpPr>
          <p:nvPr>
            <p:ph type="title" idx="15"/>
          </p:nvPr>
        </p:nvSpPr>
        <p:spPr>
          <a:xfrm>
            <a:off x="4288525" y="3354440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840" name="Google Shape;840;p34"/>
          <p:cNvSpPr txBox="1">
            <a:spLocks noGrp="1"/>
          </p:cNvSpPr>
          <p:nvPr>
            <p:ph type="subTitle" idx="1"/>
          </p:nvPr>
        </p:nvSpPr>
        <p:spPr>
          <a:xfrm>
            <a:off x="1024775" y="3698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Base de données</a:t>
            </a:r>
            <a:endParaRPr sz="1500"/>
          </a:p>
        </p:txBody>
      </p:sp>
      <p:sp>
        <p:nvSpPr>
          <p:cNvPr id="841" name="Google Shape;841;p34"/>
          <p:cNvSpPr txBox="1">
            <a:spLocks noGrp="1"/>
          </p:cNvSpPr>
          <p:nvPr>
            <p:ph type="title" idx="8"/>
          </p:nvPr>
        </p:nvSpPr>
        <p:spPr>
          <a:xfrm>
            <a:off x="1894075" y="335445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842" name="Google Shape;842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5"/>
          <p:cNvSpPr txBox="1">
            <a:spLocks noGrp="1"/>
          </p:cNvSpPr>
          <p:nvPr>
            <p:ph type="title"/>
          </p:nvPr>
        </p:nvSpPr>
        <p:spPr>
          <a:xfrm>
            <a:off x="720000" y="100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848" name="Google Shape;848;p35"/>
          <p:cNvSpPr txBox="1">
            <a:spLocks noGrp="1"/>
          </p:cNvSpPr>
          <p:nvPr>
            <p:ph type="subTitle" idx="4294967295"/>
          </p:nvPr>
        </p:nvSpPr>
        <p:spPr>
          <a:xfrm>
            <a:off x="4356675" y="1841550"/>
            <a:ext cx="36621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6BA4E"/>
                </a:solidFill>
              </a:rPr>
              <a:t>2 millions</a:t>
            </a:r>
            <a:r>
              <a:rPr lang="en"/>
              <a:t> de chutes par an chez les plus de </a:t>
            </a:r>
            <a:r>
              <a:rPr lang="en">
                <a:solidFill>
                  <a:srgbClr val="96BA4E"/>
                </a:solidFill>
              </a:rPr>
              <a:t>65 ans</a:t>
            </a:r>
            <a:endParaRPr>
              <a:solidFill>
                <a:srgbClr val="96BA4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chute sur deux pour les plus de </a:t>
            </a:r>
            <a:r>
              <a:rPr lang="en">
                <a:solidFill>
                  <a:srgbClr val="96BA4E"/>
                </a:solidFill>
              </a:rPr>
              <a:t>80 ans</a:t>
            </a:r>
            <a:endParaRPr>
              <a:solidFill>
                <a:srgbClr val="96BA4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Risque de rechute </a:t>
            </a:r>
            <a:r>
              <a:rPr lang="en">
                <a:solidFill>
                  <a:srgbClr val="96BA4E"/>
                </a:solidFill>
              </a:rPr>
              <a:t>20</a:t>
            </a:r>
            <a:r>
              <a:rPr lang="en"/>
              <a:t> fois plus grand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12 000</a:t>
            </a:r>
            <a:r>
              <a:rPr lang="en"/>
              <a:t> décès chaque année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6BA4E"/>
                </a:solidFill>
              </a:rPr>
              <a:t>50 000</a:t>
            </a:r>
            <a:r>
              <a:rPr lang="en"/>
              <a:t> fracture du col du </a:t>
            </a:r>
            <a:r>
              <a:rPr lang="en">
                <a:solidFill>
                  <a:srgbClr val="96BA4E"/>
                </a:solidFill>
              </a:rPr>
              <a:t>fémur </a:t>
            </a:r>
            <a:r>
              <a:rPr lang="en"/>
              <a:t>après une chute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6BA4E"/>
                </a:solidFill>
              </a:rPr>
              <a:t>40%</a:t>
            </a:r>
            <a:r>
              <a:rPr lang="en"/>
              <a:t> perdent leur autonomie après une chute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9" name="Google Shape;84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610200" cy="3446454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6"/>
          <p:cNvSpPr txBox="1">
            <a:spLocks noGrp="1"/>
          </p:cNvSpPr>
          <p:nvPr>
            <p:ph type="title"/>
          </p:nvPr>
        </p:nvSpPr>
        <p:spPr>
          <a:xfrm>
            <a:off x="720000" y="537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  <a:t>Diagramme UML</a:t>
            </a:r>
            <a:b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</a:br>
            <a: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  <a:t>Cas d’utilisation</a:t>
            </a:r>
            <a:endParaRPr sz="3700"/>
          </a:p>
        </p:txBody>
      </p:sp>
      <p:sp>
        <p:nvSpPr>
          <p:cNvPr id="856" name="Google Shape;856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57" name="Google Shape;8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00" y="1002976"/>
            <a:ext cx="4354962" cy="35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60000"/>
            <a:ext cx="4267974" cy="27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7"/>
          <p:cNvSpPr txBox="1">
            <a:spLocks noGrp="1"/>
          </p:cNvSpPr>
          <p:nvPr>
            <p:ph type="title"/>
          </p:nvPr>
        </p:nvSpPr>
        <p:spPr>
          <a:xfrm>
            <a:off x="2492850" y="-23525"/>
            <a:ext cx="3422100" cy="11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Bête à cornes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Organigramme</a:t>
            </a:r>
            <a:endParaRPr sz="2600"/>
          </a:p>
        </p:txBody>
      </p:sp>
      <p:pic>
        <p:nvPicPr>
          <p:cNvPr id="864" name="Google Shape;8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0" y="1616850"/>
            <a:ext cx="3319150" cy="21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4700" y="1089025"/>
            <a:ext cx="5873851" cy="34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8"/>
          <p:cNvSpPr txBox="1">
            <a:spLocks noGrp="1"/>
          </p:cNvSpPr>
          <p:nvPr>
            <p:ph type="title"/>
          </p:nvPr>
        </p:nvSpPr>
        <p:spPr>
          <a:xfrm>
            <a:off x="720000" y="122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  <a:t>Scénario/Synoptique</a:t>
            </a:r>
            <a:endParaRPr sz="3700"/>
          </a:p>
        </p:txBody>
      </p:sp>
      <p:pic>
        <p:nvPicPr>
          <p:cNvPr id="872" name="Google Shape;8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75" y="980750"/>
            <a:ext cx="6463676" cy="3576351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>
            <a:spLocks noGrp="1"/>
          </p:cNvSpPr>
          <p:nvPr>
            <p:ph type="title"/>
          </p:nvPr>
        </p:nvSpPr>
        <p:spPr>
          <a:xfrm>
            <a:off x="586350" y="0"/>
            <a:ext cx="79713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  <a:t>Diagramme UML Séquence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79" name="Google Shape;879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880" name="Google Shape;8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575" y="709325"/>
            <a:ext cx="6898677" cy="37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0"/>
          <p:cNvSpPr txBox="1">
            <a:spLocks noGrp="1"/>
          </p:cNvSpPr>
          <p:nvPr>
            <p:ph type="title"/>
          </p:nvPr>
        </p:nvSpPr>
        <p:spPr>
          <a:xfrm>
            <a:off x="595200" y="102575"/>
            <a:ext cx="79536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  <a:t>Diagramme UML Déploiement</a:t>
            </a:r>
            <a:endParaRPr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886" name="Google Shape;886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887" name="Google Shape;8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838" y="655463"/>
            <a:ext cx="6229125" cy="40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0"/>
          <p:cNvSpPr txBox="1"/>
          <p:nvPr/>
        </p:nvSpPr>
        <p:spPr>
          <a:xfrm>
            <a:off x="4132700" y="2474750"/>
            <a:ext cx="589500" cy="328200"/>
          </a:xfrm>
          <a:prstGeom prst="rect">
            <a:avLst/>
          </a:prstGeom>
          <a:solidFill>
            <a:srgbClr val="F3E7F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</a:rPr>
              <a:t>MAISON</a:t>
            </a:r>
            <a:endParaRPr sz="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1"/>
          <p:cNvSpPr txBox="1">
            <a:spLocks noGrp="1"/>
          </p:cNvSpPr>
          <p:nvPr>
            <p:ph type="title"/>
          </p:nvPr>
        </p:nvSpPr>
        <p:spPr>
          <a:xfrm>
            <a:off x="632550" y="1622600"/>
            <a:ext cx="29544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Répartion 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des tâches</a:t>
            </a:r>
            <a:endParaRPr sz="2600"/>
          </a:p>
        </p:txBody>
      </p:sp>
      <p:sp>
        <p:nvSpPr>
          <p:cNvPr id="894" name="Google Shape;894;p41"/>
          <p:cNvSpPr txBox="1">
            <a:spLocks noGrp="1"/>
          </p:cNvSpPr>
          <p:nvPr>
            <p:ph type="subTitle" idx="1"/>
          </p:nvPr>
        </p:nvSpPr>
        <p:spPr>
          <a:xfrm>
            <a:off x="3189350" y="975975"/>
            <a:ext cx="5658600" cy="3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Mathis : </a:t>
            </a: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DÉTECTION DE CHUTE ET PRÉSENCE + PILOTAGE AUTOMATIQUE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Barlow Light"/>
              <a:buChar char="-"/>
            </a:pPr>
            <a:r>
              <a:rPr lang="en" sz="11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Installation + Codage accéléromètre et capteur infrarouge</a:t>
            </a:r>
            <a:endParaRPr sz="11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Barlow Light"/>
              <a:buChar char="-"/>
            </a:pPr>
            <a:r>
              <a:rPr lang="en" sz="11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Codage du pilotage automatique de l’Alphabot</a:t>
            </a:r>
            <a:endParaRPr sz="11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Rayan: </a:t>
            </a: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COMMUNICATION GSM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	-envoi d’un message au téléopérateur 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	-envoi d’un message aux proches de l’usager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Light"/>
                <a:ea typeface="Barlow Light"/>
                <a:cs typeface="Barlow Light"/>
                <a:sym typeface="Barlow Light"/>
              </a:rPr>
              <a:t>Amjad : </a:t>
            </a: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PILOTAGE MANUEL A DISTANCE DE L’ALPHABOT + CAMÉRA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arlow Light"/>
              <a:buChar char="-"/>
            </a:pP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Conception interface graphique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arlow Light"/>
              <a:buChar char="-"/>
            </a:pP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Codage du pilotage manuel 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arlow Light"/>
              <a:buChar char="-"/>
            </a:pPr>
            <a:r>
              <a:rPr lang="en" sz="12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Enregistrement des informations </a:t>
            </a: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grpSp>
        <p:nvGrpSpPr>
          <p:cNvPr id="895" name="Google Shape;895;p41"/>
          <p:cNvGrpSpPr/>
          <p:nvPr/>
        </p:nvGrpSpPr>
        <p:grpSpPr>
          <a:xfrm>
            <a:off x="-1555691" y="3874548"/>
            <a:ext cx="3140396" cy="541907"/>
            <a:chOff x="-528216" y="3116173"/>
            <a:chExt cx="3140396" cy="541907"/>
          </a:xfrm>
        </p:grpSpPr>
        <p:grpSp>
          <p:nvGrpSpPr>
            <p:cNvPr id="896" name="Google Shape;896;p41"/>
            <p:cNvGrpSpPr/>
            <p:nvPr/>
          </p:nvGrpSpPr>
          <p:grpSpPr>
            <a:xfrm>
              <a:off x="-528216" y="3434317"/>
              <a:ext cx="2877996" cy="223763"/>
              <a:chOff x="1748550" y="2064750"/>
              <a:chExt cx="3573375" cy="277863"/>
            </a:xfrm>
          </p:grpSpPr>
          <p:sp>
            <p:nvSpPr>
              <p:cNvPr id="897" name="Google Shape;897;p41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8" name="Google Shape;898;p41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9" name="Google Shape;899;p41"/>
            <p:cNvGrpSpPr/>
            <p:nvPr/>
          </p:nvGrpSpPr>
          <p:grpSpPr>
            <a:xfrm>
              <a:off x="-528132" y="3317008"/>
              <a:ext cx="2430997" cy="185534"/>
              <a:chOff x="1748547" y="1392116"/>
              <a:chExt cx="5911958" cy="451312"/>
            </a:xfrm>
          </p:grpSpPr>
          <p:sp>
            <p:nvSpPr>
              <p:cNvPr id="900" name="Google Shape;900;p41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01" name="Google Shape;901;p41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2" name="Google Shape;902;p41"/>
            <p:cNvGrpSpPr/>
            <p:nvPr/>
          </p:nvGrpSpPr>
          <p:grpSpPr>
            <a:xfrm>
              <a:off x="-528216" y="3116173"/>
              <a:ext cx="3140396" cy="45661"/>
              <a:chOff x="1748550" y="1449263"/>
              <a:chExt cx="3899175" cy="56700"/>
            </a:xfrm>
          </p:grpSpPr>
          <p:cxnSp>
            <p:nvCxnSpPr>
              <p:cNvPr id="903" name="Google Shape;903;p41"/>
              <p:cNvCxnSpPr/>
              <p:nvPr/>
            </p:nvCxnSpPr>
            <p:spPr>
              <a:xfrm>
                <a:off x="1748550" y="1477625"/>
                <a:ext cx="3846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4" name="Google Shape;904;p41"/>
              <p:cNvSpPr/>
              <p:nvPr/>
            </p:nvSpPr>
            <p:spPr>
              <a:xfrm>
                <a:off x="5591025" y="1449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5" name="Google Shape;905;p41"/>
          <p:cNvGrpSpPr/>
          <p:nvPr/>
        </p:nvGrpSpPr>
        <p:grpSpPr>
          <a:xfrm flipH="1">
            <a:off x="6378225" y="936479"/>
            <a:ext cx="3094729" cy="1111283"/>
            <a:chOff x="1748550" y="1613039"/>
            <a:chExt cx="3842475" cy="1379962"/>
          </a:xfrm>
        </p:grpSpPr>
        <p:grpSp>
          <p:nvGrpSpPr>
            <p:cNvPr id="906" name="Google Shape;906;p41"/>
            <p:cNvGrpSpPr/>
            <p:nvPr/>
          </p:nvGrpSpPr>
          <p:grpSpPr>
            <a:xfrm>
              <a:off x="1754675" y="2577138"/>
              <a:ext cx="1945675" cy="56700"/>
              <a:chOff x="1754675" y="2661275"/>
              <a:chExt cx="1945675" cy="56700"/>
            </a:xfrm>
          </p:grpSpPr>
          <p:cxnSp>
            <p:nvCxnSpPr>
              <p:cNvPr id="907" name="Google Shape;907;p4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8" name="Google Shape;908;p4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9" name="Google Shape;909;p41"/>
            <p:cNvGrpSpPr/>
            <p:nvPr/>
          </p:nvGrpSpPr>
          <p:grpSpPr>
            <a:xfrm>
              <a:off x="1754616" y="2823901"/>
              <a:ext cx="1938597" cy="169100"/>
              <a:chOff x="1754675" y="2824000"/>
              <a:chExt cx="4728285" cy="412439"/>
            </a:xfrm>
          </p:grpSpPr>
          <p:sp>
            <p:nvSpPr>
              <p:cNvPr id="910" name="Google Shape;910;p4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" name="Google Shape;911;p4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2" name="Google Shape;912;p41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913" name="Google Shape;913;p4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4" name="Google Shape;914;p4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915;p41"/>
            <p:cNvGrpSpPr/>
            <p:nvPr/>
          </p:nvGrpSpPr>
          <p:grpSpPr>
            <a:xfrm>
              <a:off x="1748550" y="1758700"/>
              <a:ext cx="3573375" cy="277863"/>
              <a:chOff x="1748550" y="2064750"/>
              <a:chExt cx="3573375" cy="277863"/>
            </a:xfrm>
          </p:grpSpPr>
          <p:sp>
            <p:nvSpPr>
              <p:cNvPr id="916" name="Google Shape;916;p41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7" name="Google Shape;917;p41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41"/>
            <p:cNvGrpSpPr/>
            <p:nvPr/>
          </p:nvGrpSpPr>
          <p:grpSpPr>
            <a:xfrm>
              <a:off x="1748560" y="1613039"/>
              <a:ext cx="3018055" cy="230395"/>
              <a:chOff x="1748547" y="1392116"/>
              <a:chExt cx="5911958" cy="451312"/>
            </a:xfrm>
          </p:grpSpPr>
          <p:sp>
            <p:nvSpPr>
              <p:cNvPr id="919" name="Google Shape;919;p41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0" name="Google Shape;920;p41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1" name="Google Shape;921;p41"/>
            <p:cNvGrpSpPr/>
            <p:nvPr/>
          </p:nvGrpSpPr>
          <p:grpSpPr>
            <a:xfrm>
              <a:off x="1766900" y="2120038"/>
              <a:ext cx="3737650" cy="56700"/>
              <a:chOff x="1766900" y="2869225"/>
              <a:chExt cx="3737650" cy="56700"/>
            </a:xfrm>
          </p:grpSpPr>
          <p:cxnSp>
            <p:nvCxnSpPr>
              <p:cNvPr id="922" name="Google Shape;922;p4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23" name="Google Shape;923;p4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4" name="Google Shape;92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2"/>
          <p:cNvSpPr txBox="1">
            <a:spLocks noGrp="1"/>
          </p:cNvSpPr>
          <p:nvPr>
            <p:ph type="title"/>
          </p:nvPr>
        </p:nvSpPr>
        <p:spPr>
          <a:xfrm>
            <a:off x="720000" y="1177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Solution/Matériel</a:t>
            </a:r>
            <a:endParaRPr/>
          </a:p>
        </p:txBody>
      </p:sp>
      <p:pic>
        <p:nvPicPr>
          <p:cNvPr id="930" name="Google Shape;9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525" y="796125"/>
            <a:ext cx="4538200" cy="389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3"/>
          <p:cNvSpPr txBox="1">
            <a:spLocks noGrp="1"/>
          </p:cNvSpPr>
          <p:nvPr>
            <p:ph type="title"/>
          </p:nvPr>
        </p:nvSpPr>
        <p:spPr>
          <a:xfrm>
            <a:off x="684138" y="247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ExtraBold"/>
                <a:ea typeface="Poppins ExtraBold"/>
                <a:cs typeface="Poppins ExtraBold"/>
                <a:sym typeface="Poppins ExtraBold"/>
              </a:rPr>
              <a:t>Base de données</a:t>
            </a:r>
            <a:endParaRPr sz="3700"/>
          </a:p>
        </p:txBody>
      </p:sp>
      <p:graphicFrame>
        <p:nvGraphicFramePr>
          <p:cNvPr id="937" name="Google Shape;937;p43"/>
          <p:cNvGraphicFramePr/>
          <p:nvPr/>
        </p:nvGraphicFramePr>
        <p:xfrm>
          <a:off x="706575" y="597400"/>
          <a:ext cx="6771775" cy="2544150"/>
        </p:xfrm>
        <a:graphic>
          <a:graphicData uri="http://schemas.openxmlformats.org/drawingml/2006/table">
            <a:tbl>
              <a:tblPr>
                <a:noFill/>
                <a:tableStyleId>{2B24654B-B39E-484E-8EA5-78D07A84E1C1}</a:tableStyleId>
              </a:tblPr>
              <a:tblGrid>
                <a:gridCol w="133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4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Abonné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b"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b"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b"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8575" marR="28575" marT="19050" marB="19050" anchor="b"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Nom des abonnées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Prenom abonnées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Contact des proches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adresse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date de naissance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Numéro sécurité sociale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Montagnard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Gilbert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06 55 04 88 99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rue du pavé des gardes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05/12/1940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1 60 04 25 311 114 26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Lee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André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07 56 88 41 00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 rue charle de gaule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12/08/1955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1 60 10 26 311 114 28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chaville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Yanis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07 56 32 48 19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12 rue du gros chêne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25/01/1952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1 64 04 25 311 114 28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barbecue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briton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06 59 23 57 19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 rue marcel jean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19/06/1943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1 60 04 25 511 164 26</a:t>
                      </a:r>
                      <a:endParaRPr sz="8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38" name="Google Shape;938;p43"/>
          <p:cNvGraphicFramePr/>
          <p:nvPr/>
        </p:nvGraphicFramePr>
        <p:xfrm>
          <a:off x="263325" y="3499825"/>
          <a:ext cx="8124825" cy="600075"/>
        </p:xfrm>
        <a:graphic>
          <a:graphicData uri="http://schemas.openxmlformats.org/drawingml/2006/table">
            <a:tbl>
              <a:tblPr>
                <a:noFill/>
                <a:tableStyleId>{2B24654B-B39E-484E-8EA5-78D07A84E1C1}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Administrateur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Numéro d'identification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Mot de passe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Nom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Prénom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Oui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1025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azey123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Dupont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Jean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Non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2875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KaliMse1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Martin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Sophie</a:t>
                      </a:r>
                      <a:endParaRPr sz="1000"/>
                    </a:p>
                  </a:txBody>
                  <a:tcPr marL="28575" marR="28575" marT="19050" marB="19050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39" name="Google Shape;939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4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44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6" name="Google Shape;9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62" y="726613"/>
            <a:ext cx="7581275" cy="36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948" name="Google Shape;948;p44"/>
          <p:cNvSpPr txBox="1"/>
          <p:nvPr/>
        </p:nvSpPr>
        <p:spPr>
          <a:xfrm>
            <a:off x="1348100" y="49850"/>
            <a:ext cx="5962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Diagramme MCD</a:t>
            </a:r>
            <a:endParaRPr sz="20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5"/>
          <p:cNvSpPr txBox="1">
            <a:spLocks noGrp="1"/>
          </p:cNvSpPr>
          <p:nvPr>
            <p:ph type="title"/>
          </p:nvPr>
        </p:nvSpPr>
        <p:spPr>
          <a:xfrm>
            <a:off x="4821200" y="218075"/>
            <a:ext cx="3813600" cy="6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Diagramme de Gantt</a:t>
            </a:r>
            <a:endParaRPr/>
          </a:p>
        </p:txBody>
      </p:sp>
      <p:pic>
        <p:nvPicPr>
          <p:cNvPr id="954" name="Google Shape;9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7200"/>
            <a:ext cx="8839200" cy="2575056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956" name="Google Shape;956;p45"/>
          <p:cNvSpPr/>
          <p:nvPr/>
        </p:nvSpPr>
        <p:spPr>
          <a:xfrm>
            <a:off x="2113875" y="3904100"/>
            <a:ext cx="213600" cy="2409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7" name="Google Shape;957;p45"/>
          <p:cNvSpPr/>
          <p:nvPr/>
        </p:nvSpPr>
        <p:spPr>
          <a:xfrm>
            <a:off x="248800" y="3904100"/>
            <a:ext cx="213600" cy="240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8" name="Google Shape;958;p45"/>
          <p:cNvSpPr/>
          <p:nvPr/>
        </p:nvSpPr>
        <p:spPr>
          <a:xfrm>
            <a:off x="3602975" y="3904100"/>
            <a:ext cx="213600" cy="2409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9" name="Google Shape;959;p45"/>
          <p:cNvSpPr/>
          <p:nvPr/>
        </p:nvSpPr>
        <p:spPr>
          <a:xfrm>
            <a:off x="5092075" y="3904100"/>
            <a:ext cx="213600" cy="2409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0" name="Google Shape;960;p45"/>
          <p:cNvSpPr txBox="1"/>
          <p:nvPr/>
        </p:nvSpPr>
        <p:spPr>
          <a:xfrm>
            <a:off x="88550" y="3855200"/>
            <a:ext cx="193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           : Fait par toute l’équipe  </a:t>
            </a:r>
            <a:endParaRPr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1" name="Google Shape;961;p45"/>
          <p:cNvSpPr txBox="1"/>
          <p:nvPr/>
        </p:nvSpPr>
        <p:spPr>
          <a:xfrm>
            <a:off x="2594625" y="3938450"/>
            <a:ext cx="834300" cy="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Mathis</a:t>
            </a:r>
            <a:endParaRPr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2" name="Google Shape;962;p45"/>
          <p:cNvSpPr txBox="1"/>
          <p:nvPr/>
        </p:nvSpPr>
        <p:spPr>
          <a:xfrm>
            <a:off x="4227750" y="3893775"/>
            <a:ext cx="688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Rayan</a:t>
            </a:r>
            <a:endParaRPr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3" name="Google Shape;963;p45"/>
          <p:cNvSpPr txBox="1"/>
          <p:nvPr/>
        </p:nvSpPr>
        <p:spPr>
          <a:xfrm>
            <a:off x="5653025" y="3893775"/>
            <a:ext cx="834300" cy="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Amjad</a:t>
            </a:r>
            <a:endParaRPr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969" name="Google Shape;969;p46"/>
          <p:cNvSpPr txBox="1"/>
          <p:nvPr/>
        </p:nvSpPr>
        <p:spPr>
          <a:xfrm>
            <a:off x="2707650" y="157850"/>
            <a:ext cx="40623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" sz="1600" b="1">
                <a:latin typeface="Poppins"/>
                <a:ea typeface="Poppins"/>
                <a:cs typeface="Poppins"/>
                <a:sym typeface="Poppins"/>
              </a:rPr>
              <a:t>PARTIE  Amjad : </a:t>
            </a:r>
            <a:endParaRPr sz="16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None/>
            </a:pPr>
            <a:endParaRPr/>
          </a:p>
          <a:p>
            <a:pPr marL="1371600" lvl="0" indent="0" algn="l" rtl="0">
              <a:spcBef>
                <a:spcPts val="28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0" name="Google Shape;9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250" y="966325"/>
            <a:ext cx="6305149" cy="33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976" name="Google Shape;976;p47"/>
          <p:cNvSpPr txBox="1"/>
          <p:nvPr/>
        </p:nvSpPr>
        <p:spPr>
          <a:xfrm>
            <a:off x="2769875" y="112000"/>
            <a:ext cx="607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71600" lvl="0" indent="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MATÉRIEL UTILISÉ </a:t>
            </a:r>
            <a:endParaRPr/>
          </a:p>
        </p:txBody>
      </p:sp>
      <p:pic>
        <p:nvPicPr>
          <p:cNvPr id="977" name="Google Shape;9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100" y="729075"/>
            <a:ext cx="7753187" cy="38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983" name="Google Shape;983;p48"/>
          <p:cNvSpPr txBox="1"/>
          <p:nvPr/>
        </p:nvSpPr>
        <p:spPr>
          <a:xfrm>
            <a:off x="2489800" y="220475"/>
            <a:ext cx="43206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71600" lvl="0" indent="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INFOS ÉCHANGÉES </a:t>
            </a:r>
            <a:endParaRPr/>
          </a:p>
          <a:p>
            <a:pPr marL="1371600" lvl="0" indent="0" algn="l" rtl="0">
              <a:spcBef>
                <a:spcPts val="28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4" name="Google Shape;9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175" y="962275"/>
            <a:ext cx="6189643" cy="3481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5" name="Google Shape;985;p48"/>
          <p:cNvCxnSpPr/>
          <p:nvPr/>
        </p:nvCxnSpPr>
        <p:spPr>
          <a:xfrm>
            <a:off x="1805825" y="2074400"/>
            <a:ext cx="1195500" cy="11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6" name="Google Shape;986;p48"/>
          <p:cNvCxnSpPr/>
          <p:nvPr/>
        </p:nvCxnSpPr>
        <p:spPr>
          <a:xfrm>
            <a:off x="4736225" y="3308850"/>
            <a:ext cx="1695900" cy="372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7" name="Google Shape;987;p48"/>
          <p:cNvSpPr/>
          <p:nvPr/>
        </p:nvSpPr>
        <p:spPr>
          <a:xfrm>
            <a:off x="6020725" y="1257025"/>
            <a:ext cx="1646100" cy="11343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8" name="Google Shape;988;p48"/>
          <p:cNvSpPr/>
          <p:nvPr/>
        </p:nvSpPr>
        <p:spPr>
          <a:xfrm>
            <a:off x="1716875" y="2208050"/>
            <a:ext cx="1990800" cy="22359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989" name="Google Shape;989;p48"/>
          <p:cNvCxnSpPr/>
          <p:nvPr/>
        </p:nvCxnSpPr>
        <p:spPr>
          <a:xfrm>
            <a:off x="3001325" y="2118875"/>
            <a:ext cx="1596000" cy="1062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0" name="Google Shape;990;p48"/>
          <p:cNvSpPr/>
          <p:nvPr/>
        </p:nvSpPr>
        <p:spPr>
          <a:xfrm>
            <a:off x="6273200" y="962275"/>
            <a:ext cx="1393500" cy="11343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996" name="Google Shape;996;p49"/>
          <p:cNvPicPr preferRelativeResize="0"/>
          <p:nvPr/>
        </p:nvPicPr>
        <p:blipFill rotWithShape="1">
          <a:blip r:embed="rId3">
            <a:alphaModFix/>
          </a:blip>
          <a:srcRect r="54404" b="64542"/>
          <a:stretch/>
        </p:blipFill>
        <p:spPr>
          <a:xfrm>
            <a:off x="289025" y="1954500"/>
            <a:ext cx="2822174" cy="1234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9"/>
          <p:cNvSpPr txBox="1"/>
          <p:nvPr/>
        </p:nvSpPr>
        <p:spPr>
          <a:xfrm>
            <a:off x="3551850" y="217175"/>
            <a:ext cx="29970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Tâches réalisées :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98" name="Google Shape;998;p49"/>
          <p:cNvSpPr txBox="1"/>
          <p:nvPr/>
        </p:nvSpPr>
        <p:spPr>
          <a:xfrm>
            <a:off x="5259675" y="1207000"/>
            <a:ext cx="20517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Flux video </a:t>
            </a:r>
            <a:endParaRPr sz="12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9" name="Google Shape;999;p49"/>
          <p:cNvSpPr txBox="1"/>
          <p:nvPr/>
        </p:nvSpPr>
        <p:spPr>
          <a:xfrm>
            <a:off x="4237125" y="1574150"/>
            <a:ext cx="4096800" cy="22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Sockets &amp; HTTP Server</a:t>
            </a:r>
            <a:r>
              <a:rPr lang="en" sz="1100"/>
              <a:t> 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socketserver</a:t>
            </a:r>
            <a:r>
              <a:rPr lang="en" sz="1100"/>
              <a:t> et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http.server</a:t>
            </a:r>
            <a:r>
              <a:rPr lang="en" sz="1100"/>
              <a:t> pour créer un serveur web qui diffuse le flux.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Multithreading</a:t>
            </a:r>
            <a:r>
              <a:rPr lang="en" sz="1100"/>
              <a:t> 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ThreadingMixIn</a:t>
            </a:r>
            <a:r>
              <a:rPr lang="en" sz="1100"/>
              <a:t> pour gérer plusieurs clients en parallèle.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Picamera 2</a:t>
            </a:r>
            <a:r>
              <a:rPr lang="en" sz="1100"/>
              <a:t> : Pilote de la caméra pour capturer et encoder le flux vidéo.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/>
              <a:t>MJPEG Streaming</a:t>
            </a:r>
            <a:r>
              <a:rPr lang="en" sz="1100"/>
              <a:t> : Envoi des images sous forme de permettant un affichage fluide sans recharger la page.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005" name="Google Shape;1005;p50"/>
          <p:cNvSpPr txBox="1"/>
          <p:nvPr/>
        </p:nvSpPr>
        <p:spPr>
          <a:xfrm>
            <a:off x="5937150" y="1415550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Explication</a:t>
            </a:r>
            <a:r>
              <a:rPr lang="en" sz="1100"/>
              <a:t> 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create_video_configuration(main={"size": (640, 480)})</a:t>
            </a:r>
            <a:r>
              <a:rPr lang="en" sz="1100"/>
              <a:t> configure la caméra en 640x480.</a:t>
            </a:r>
            <a:endParaRPr sz="11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1006" name="Google Shape;1006;p50"/>
          <p:cNvSpPr txBox="1"/>
          <p:nvPr/>
        </p:nvSpPr>
        <p:spPr>
          <a:xfrm>
            <a:off x="1572125" y="3317650"/>
            <a:ext cx="567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 &lt;adresse</a:t>
            </a:r>
            <a:r>
              <a:rPr lang="en"/>
              <a:t> ip de la raspberry&gt;7123/index.html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7" name="Google Shape;100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12638"/>
            <a:ext cx="5772150" cy="69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8" name="Google Shape;1008;p50"/>
          <p:cNvCxnSpPr>
            <a:stCxn id="1007" idx="3"/>
          </p:cNvCxnSpPr>
          <p:nvPr/>
        </p:nvCxnSpPr>
        <p:spPr>
          <a:xfrm>
            <a:off x="5772150" y="1860300"/>
            <a:ext cx="476700" cy="22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1014" name="Google Shape;1014;p51"/>
          <p:cNvSpPr txBox="1"/>
          <p:nvPr/>
        </p:nvSpPr>
        <p:spPr>
          <a:xfrm>
            <a:off x="5992950" y="1207100"/>
            <a:ext cx="3000000" cy="22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Explication</a:t>
            </a:r>
            <a:r>
              <a:rPr lang="en" sz="1100"/>
              <a:t> :</a:t>
            </a:r>
            <a:endParaRPr sz="1100"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server.HTTPServer</a:t>
            </a:r>
            <a:r>
              <a:rPr lang="en" sz="1100"/>
              <a:t> : C'est un serveur HTTP classique qui répond aux requêtes des clients.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socketserver.ThreadingMixIn</a:t>
            </a:r>
            <a:r>
              <a:rPr lang="en" sz="1100"/>
              <a:t> : Ajoute la gestion du </a:t>
            </a:r>
            <a:r>
              <a:rPr lang="en" sz="1100" b="1"/>
              <a:t>multithreading</a:t>
            </a:r>
            <a:r>
              <a:rPr lang="en" sz="1100"/>
              <a:t> pour permettre plusieurs connexions en parallèle.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multipart/x-mixed-replace</a:t>
            </a:r>
            <a:r>
              <a:rPr lang="en" sz="1100"/>
              <a:t> permet un affichage fluide en remplaçant les images .</a:t>
            </a:r>
            <a:endParaRPr sz="1100"/>
          </a:p>
        </p:txBody>
      </p:sp>
      <p:pic>
        <p:nvPicPr>
          <p:cNvPr id="1015" name="Google Shape;10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425" y="3351075"/>
            <a:ext cx="6048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50" y="795400"/>
            <a:ext cx="4489350" cy="460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7" name="Google Shape;1017;p51"/>
          <p:cNvCxnSpPr/>
          <p:nvPr/>
        </p:nvCxnSpPr>
        <p:spPr>
          <a:xfrm rot="10800000" flipH="1">
            <a:off x="4269150" y="2925000"/>
            <a:ext cx="1957200" cy="133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8" name="Google Shape;1018;p51"/>
          <p:cNvCxnSpPr/>
          <p:nvPr/>
        </p:nvCxnSpPr>
        <p:spPr>
          <a:xfrm>
            <a:off x="2595425" y="951175"/>
            <a:ext cx="3614400" cy="127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9" name="Google Shape;1019;p51"/>
          <p:cNvCxnSpPr/>
          <p:nvPr/>
        </p:nvCxnSpPr>
        <p:spPr>
          <a:xfrm>
            <a:off x="3613000" y="973425"/>
            <a:ext cx="2630100" cy="76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1025" name="Google Shape;102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29325"/>
            <a:ext cx="1597450" cy="22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52"/>
          <p:cNvSpPr txBox="1"/>
          <p:nvPr/>
        </p:nvSpPr>
        <p:spPr>
          <a:xfrm>
            <a:off x="545675" y="845550"/>
            <a:ext cx="506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IHM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27" name="Google Shape;1027;p52"/>
          <p:cNvSpPr txBox="1"/>
          <p:nvPr/>
        </p:nvSpPr>
        <p:spPr>
          <a:xfrm>
            <a:off x="6144000" y="1095750"/>
            <a:ext cx="300000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/>
              <a:t>Explication</a:t>
            </a:r>
            <a:r>
              <a:rPr lang="en" sz="1100"/>
              <a:t> :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Si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/avancer</a:t>
            </a:r>
            <a:r>
              <a:rPr lang="en" sz="1100"/>
              <a:t> est appelé en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" sz="1100"/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move_forward.py</a:t>
            </a:r>
            <a:r>
              <a:rPr lang="en" sz="1100"/>
              <a:t> est exécuté.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os.system("python3 script.py")</a:t>
            </a:r>
            <a:r>
              <a:rPr lang="en" sz="1100"/>
              <a:t> exécute un script Python externe.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Répond avec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"Le robot avance !"</a:t>
            </a:r>
            <a:r>
              <a:rPr lang="en" sz="1100"/>
              <a:t>.</a:t>
            </a:r>
            <a:endParaRPr sz="1100"/>
          </a:p>
        </p:txBody>
      </p:sp>
      <p:pic>
        <p:nvPicPr>
          <p:cNvPr id="1028" name="Google Shape;102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8988" y="636150"/>
            <a:ext cx="35147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52"/>
          <p:cNvSpPr txBox="1"/>
          <p:nvPr/>
        </p:nvSpPr>
        <p:spPr>
          <a:xfrm>
            <a:off x="4438463" y="42062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http://localhost:5000/video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0" name="Google Shape;1030;p52"/>
          <p:cNvCxnSpPr/>
          <p:nvPr/>
        </p:nvCxnSpPr>
        <p:spPr>
          <a:xfrm rot="10800000" flipH="1">
            <a:off x="1544475" y="2741725"/>
            <a:ext cx="4759800" cy="3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1" name="Google Shape;1031;p52"/>
          <p:cNvCxnSpPr/>
          <p:nvPr/>
        </p:nvCxnSpPr>
        <p:spPr>
          <a:xfrm rot="10800000" flipH="1">
            <a:off x="5764925" y="2046550"/>
            <a:ext cx="589500" cy="28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2" name="Google Shape;1032;p52"/>
          <p:cNvCxnSpPr/>
          <p:nvPr/>
        </p:nvCxnSpPr>
        <p:spPr>
          <a:xfrm>
            <a:off x="5748250" y="1101325"/>
            <a:ext cx="589500" cy="46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1038" name="Google Shape;103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125" y="461763"/>
            <a:ext cx="40386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53"/>
          <p:cNvSpPr txBox="1"/>
          <p:nvPr/>
        </p:nvSpPr>
        <p:spPr>
          <a:xfrm>
            <a:off x="5748250" y="912250"/>
            <a:ext cx="24189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Message sur un site html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4"/>
          <p:cNvSpPr txBox="1">
            <a:spLocks noGrp="1"/>
          </p:cNvSpPr>
          <p:nvPr>
            <p:ph type="title"/>
          </p:nvPr>
        </p:nvSpPr>
        <p:spPr>
          <a:xfrm>
            <a:off x="1108325" y="567525"/>
            <a:ext cx="6749400" cy="6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Les choses qu’il reste à faire :</a:t>
            </a:r>
            <a:endParaRPr sz="3000"/>
          </a:p>
        </p:txBody>
      </p:sp>
      <p:sp>
        <p:nvSpPr>
          <p:cNvPr id="1045" name="Google Shape;1045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046" name="Google Shape;1046;p54"/>
          <p:cNvSpPr txBox="1"/>
          <p:nvPr/>
        </p:nvSpPr>
        <p:spPr>
          <a:xfrm>
            <a:off x="960600" y="1763025"/>
            <a:ext cx="67227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Faire le script pour la bdd qui analyse la trame que le  gsm envoie 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Script qui envoie les informations du contact ( Numéro de téléphone ) au GSM 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Faire une page de connexion client pour les téléopérateurs 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Centraliser les codes 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Améliorer l’ihm pour faciliter la recherche de donnée 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Affichage à l'écran (16:9)</PresentationFormat>
  <Paragraphs>163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4" baseType="lpstr">
      <vt:lpstr>Poppins</vt:lpstr>
      <vt:lpstr>Raleway</vt:lpstr>
      <vt:lpstr>Nunito Light</vt:lpstr>
      <vt:lpstr>Poppins Black</vt:lpstr>
      <vt:lpstr>Anaheim</vt:lpstr>
      <vt:lpstr>Barlow</vt:lpstr>
      <vt:lpstr>Poppins ExtraBold</vt:lpstr>
      <vt:lpstr>Arial</vt:lpstr>
      <vt:lpstr>Calibri</vt:lpstr>
      <vt:lpstr>Barlow Light</vt:lpstr>
      <vt:lpstr>Roboto Mono</vt:lpstr>
      <vt:lpstr>Data Analytics Strategy Toolkit by Slidesgo</vt:lpstr>
      <vt:lpstr>Projet Domo-Secours</vt:lpstr>
      <vt:lpstr>SOMMAIRE</vt:lpstr>
      <vt:lpstr>Contexte</vt:lpstr>
      <vt:lpstr>Diagramme UML Cas d’utilisation</vt:lpstr>
      <vt:lpstr>Bête à cornes Organigramme</vt:lpstr>
      <vt:lpstr>Scénario/Synoptique</vt:lpstr>
      <vt:lpstr>Diagramme UML Séquence</vt:lpstr>
      <vt:lpstr>Diagramme UML Déploiement</vt:lpstr>
      <vt:lpstr>Répartion  des tâches</vt:lpstr>
      <vt:lpstr>Solution/Matériel</vt:lpstr>
      <vt:lpstr>Base de données</vt:lpstr>
      <vt:lpstr>Présentation PowerPoint</vt:lpstr>
      <vt:lpstr>Diagramme de Gantt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Les choses qu’il reste à faire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Domo-Secours</dc:title>
  <cp:lastModifiedBy>useradmin</cp:lastModifiedBy>
  <cp:revision>1</cp:revision>
  <dcterms:modified xsi:type="dcterms:W3CDTF">2025-03-17T11:36:31Z</dcterms:modified>
</cp:coreProperties>
</file>